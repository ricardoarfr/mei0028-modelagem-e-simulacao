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Arial"/>
              </a:rPr>
              <a:t>Benchmark reproduzível de métodos clássicos</a:t>
            </a:r>
          </a:p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Arial"/>
              </a:rPr>
              <a:t>de aprendizado de máquina para diagnóstico</a:t>
            </a:r>
          </a:p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Arial"/>
              </a:rPr>
              <a:t>de falhas no Tennessee Eastman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Arial"/>
              </a:rPr>
              <a:t>Anderson Ricardo de Freitas Rocha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Arial"/>
              </a:rPr>
              <a:t>Professor responsável: Clarimar José Coelho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  <a:latin typeface="Arial"/>
              </a:rPr>
              <a:t>MEI0028 – Modelagem e Simulação · WP1A · PUC Goiás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Diagnosticar falhas em uma planta química a partir dos sensores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Uma planta química é monitorada por dezenas de variáveis acopladas.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Quando algo sai do normal, é preciso dizer não só que há falha, mas qual é.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Formulado como classificação: cada leitura dos sensores vai para uma de 21 classes.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O erro custa caro: parada de produção, perda de produto, risco de segurança.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De onde vem 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Trinta anos de uma referência que continua em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1993 — Downs e Vogel publicam o Tennessee Eastman Process, simulador de uma planta real.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Vira o ambiente padrão para comparar métodos de diagnóstico de falhas.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2012 — Yin et al. fazem a comparação clássica de métodos estatísticos e de aprendizado.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2017 — Rieth et al. publicam uma versão estendida com 500 execuções por condição.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Hoje — a literatura recente usa quase só arquiteturas profundas, com acurácias acima de 99%.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A base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Rieth et al. (2017) · Harvard Dataverse · domínio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52 variáveis: 41 medidas de sensores e 11 comandos de válvula, a cada 3 minutos.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21 condições: operação normal e 20 modos de falha.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500 execuções independentes por condição, cada uma com semente própria.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15,33 milhões de linhas ao todo; 10,08 milhões só no conjunto de teste.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A falha entra depois do início da execução: 1 hora no treino, 8 horas no teste.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O que a literatura recente não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Treze trabalhos de 2019 a 2026, analisados em doze parâmetros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Só 4 dos 13 declaram dividir os dados por execução completa.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Dividir por amostra permite ao modelo reconhecer vizinhos já vistos: acurácia inflada.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Nenhum reporta o MCC, métrica menos sensível ao desbalanceamento entre classes.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Nenhum mede o custo computacional de todas as famílias no mesmo equipamento.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Só 3 declaram o que fazem com as amostras anteriores à falha.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Quem divide por execução usa boosting e não publica o resultado dos métodos clássicos.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Como fizemos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Um protocolo único, declarado por inteiro</a:t>
            </a:r>
          </a:p>
        </p:txBody>
      </p:sp>
      <p:pic>
        <p:nvPicPr>
          <p:cNvPr id="4" name="Picture 3" descr="fig00_fluxograma_protoc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1371600"/>
            <a:ext cx="3901342" cy="4708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A execução completa é a unidade e nunca se parte entre treino e teste. Hiperparâmetros escolhidos só na validação. O teste é lido uma única vez, depois de tudo congelado.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Os seis modelos comparados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Todos sob o mesmo protocolo, os mesmos dados e o mesmo computador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Regressão logística — a fronteira linear, referência mais simples.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Árvore de decisão — uma sequência de perguntas sobre as variáveis.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Random Forest — centenas de árvores votando.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Gradient boosting — árvores que corrigem o erro das anteriores.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XGBoost — a versão otimizada do boosting, hoje dominante em dados tabulares.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SVM aproximado — margem máxima, com o núcleo aproximado para caber na escala.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10,08 milhões de amostras de 10.500 execuções nunca vistas</a:t>
            </a:r>
          </a:p>
        </p:txBody>
      </p:sp>
      <p:pic>
        <p:nvPicPr>
          <p:cNvPr id="4" name="Picture 3" descr="fig01_f1_mcc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86" y="1371600"/>
            <a:ext cx="9509522" cy="4754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XGBoost lidera (F1 macro 0,817), seguido de Random Forest (0,794) e da árvore isolada (0,741). A ordem entre os modelos se mantém quando se troca o conjunto de execuções avaliadas.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Três falhas que ninguém separa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Falhas 3, 9 e 15 confundem-se com a operação normal</a:t>
            </a:r>
          </a:p>
        </p:txBody>
      </p:sp>
      <p:pic>
        <p:nvPicPr>
          <p:cNvPr id="4" name="Picture 3" descr="fig03_matriz_confusao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342" y="1371600"/>
            <a:ext cx="4389010" cy="3803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Fora desse bloco a matriz é quase diagonal. O mesmo padrão aparece em trabalhos independentes sobre a mesma base, o que sugere um limite dos dados e não do método.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Desempenho custa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A pergunta que a literatura não responde</a:t>
            </a:r>
          </a:p>
        </p:txBody>
      </p:sp>
      <p:pic>
        <p:nvPicPr>
          <p:cNvPr id="4" name="Picture 3" descr="fig05_tradeoff_f1_vs_in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39" y="1371600"/>
            <a:ext cx="7315017" cy="47025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A árvore de decisão entrega 91% do F1 macro do XGBoost com inferência 194 vezes mais rápida e modelo sete vezes menor.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  <a:latin typeface="Arial"/>
              </a:rPr>
              <a:t>O que 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Uma linha de base verificável: protocolo, manifesto de divisão e predições publicados.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Dividir por amostra em vez de execução infla o F1 macro entre 0,013 e 0,029.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O rótulo dado às amostras anteriores à falha muda o resultado em até nove pontos.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Métodos clássicos ainda são competitivos quando o custo entra na comparação.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•  Repositório público: github.com/ricardoarfr/MEI0028-modelagem-e-simulacao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